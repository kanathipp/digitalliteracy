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755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0258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343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758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4085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196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6456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5484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901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504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41081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3714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17501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67296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08864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6440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857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209C480-C855-4B8B-811C-8EF1A6F83267}" type="datetimeFigureOut">
              <a:rPr lang="th-TH" smtClean="0"/>
              <a:t>19/08/68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th-TH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A6611C6-9BBF-405A-8F17-6B4E07D502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4960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63" y="2099733"/>
            <a:ext cx="3296512" cy="31713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169" y="1871683"/>
            <a:ext cx="3627494" cy="3627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961" y="2099733"/>
            <a:ext cx="3296512" cy="317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2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Angsana New</vt:lpstr>
      <vt:lpstr>Arial</vt:lpstr>
      <vt:lpstr>Century Gothic</vt:lpstr>
      <vt:lpstr>Cordia New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OCS</dc:creator>
  <cp:lastModifiedBy>OCS</cp:lastModifiedBy>
  <cp:revision>2</cp:revision>
  <dcterms:created xsi:type="dcterms:W3CDTF">2025-08-19T03:39:01Z</dcterms:created>
  <dcterms:modified xsi:type="dcterms:W3CDTF">2025-08-19T04:04:01Z</dcterms:modified>
</cp:coreProperties>
</file>